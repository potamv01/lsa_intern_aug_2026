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ONBOARDING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81207" y="3771900"/>
            <a:ext cx="1767017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42"/>
              </a:lnSpc>
              <a:buNone/>
            </a:pPr>
            <a:r>
              <a:rPr lang="en-US" sz="8400" b="1" spc="-16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899449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to how it works and why it matters — using NHS staffing as our working example.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95"/>
            <a:ext cx="1065848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04098" y="8987195"/>
            <a:ext cx="152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51747" y="8987195"/>
            <a:ext cx="1200983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519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14017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786426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57400" y="3425309"/>
            <a:ext cx="5314188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057400" y="3984427"/>
            <a:ext cx="53141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engineering is, and what it isn't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5827514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099923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7400" y="4738807"/>
            <a:ext cx="458927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ETL Pipeline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057400" y="5297924"/>
            <a:ext cx="45892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moves from raw to insight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7141012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413421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6052304"/>
            <a:ext cx="4460010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057400" y="6611421"/>
            <a:ext cx="44600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habits that hold in any domain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8454509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7726918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57400" y="7365802"/>
            <a:ext cx="605324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Project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057400" y="7924919"/>
            <a:ext cx="605324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NHS staffing dashboard, starting this week</a:t>
            </a:r>
            <a:endParaRPr lang="en-US" sz="2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Terms, One Foundation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994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1856"/>
            <a:ext cx="553212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27991"/>
            <a:ext cx="5180076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and running the systems that move data from where it's created to where it's used — the pipes, not the analysis.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29400" y="3190994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3421856"/>
            <a:ext cx="553212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29400" y="3927991"/>
            <a:ext cx="5180076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overall design of those systems: which stores, which formats, and how the pieces connect and trade off against each other.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15800" y="3190994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115800" y="3421856"/>
            <a:ext cx="553212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Design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15800" y="3927991"/>
            <a:ext cx="5180076" cy="1592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is structured inside those systems — schemas and normalization, and the choices that decide how fast and safely it can be queried.</a:t>
            </a:r>
            <a:endParaRPr lang="en-US" sz="2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948"/>
            <a:ext cx="13637895" cy="2774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is not data analysis — engineers build the pipeline; analysts and scientists query what it produces.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is not a tool. It's a process — SQL, Python, Spark and dbt are all ways of doing it.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warehouse is not a backup — it's a structure built for queries, not just storage.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"Clean data" is not a one-time task — it's a set of checks the pipeline runs every time it moves.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ETL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ETL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994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1856"/>
            <a:ext cx="553212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27991"/>
            <a:ext cx="5180076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raw data from its source system — for NHS staffing, that's payroll, scheduling, and patient load systems.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29400" y="3190994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3421856"/>
            <a:ext cx="553212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29400" y="3927991"/>
            <a:ext cx="5180076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validate and join it — handle missing fields, remove duplicates, and calculate things like utilization rate.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15800" y="3190994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115800" y="3421856"/>
            <a:ext cx="553212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15800" y="3927991"/>
            <a:ext cx="5180076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it somewhere queryable — a data lake or warehouse that feeds dashboards and reports.</a:t>
            </a:r>
            <a:endParaRPr lang="en-US" sz="2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ETL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Extract: Pulling NHS Staffing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948"/>
            <a:ext cx="13637895" cy="2089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nurse shift records, payroll systems, patient acuity and absence tracking.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pitfall: a shift record with no department code, or a name that doesn't match payroll's spelling.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SQL to query the source system directly, or Python to call an API.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ETL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Transform: Cleaning and Validating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948"/>
            <a:ext cx="13637895" cy="2089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nulls, duplicates and inconsistent formats — a shift logged twice, a date stored two different ways.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derived fields: hours per shift, utilization percent, seasonal cohort.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quality gates: checks that stop bad data before it reaches a dashboard.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ETL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Load: Where the Data Lands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948"/>
            <a:ext cx="13637895" cy="1631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 warehouse or data lake — BigQuery, Snowflake, or Postgres for a project this size.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load: is it safe to rerun? What happens if it fails halfway through?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here, it's queryable — ready for the dashboards and reports we build in Week 4.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PRINCIPLES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Principles That Never Change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2069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first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design for ten times the data, even if you're starting small.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38927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know where every number came from.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5785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don't let bad data move downstream.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52643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rerunning the pipeline shouldn't break it or duplicate anything.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59501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know when something fails, and why.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490561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PRINCIPLES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Lineage, Two Domains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994"/>
            <a:ext cx="77724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1856"/>
            <a:ext cx="854964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NHS Staffing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27991"/>
            <a:ext cx="8005572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shift shows 12 hours worked. Lineage means you can trace that number back to the original clock-in and clock-out records — and explain any adjustment along the way.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72600" y="3190994"/>
            <a:ext cx="77724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372600" y="3421856"/>
            <a:ext cx="8549640" cy="27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372600" y="3927991"/>
            <a:ext cx="8005572" cy="1135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 shows $48 in revenue. The same principle applies: you can trace it back to the transaction record, the discount applied, and the currency conversion.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756791"/>
            <a:ext cx="14792790" cy="221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stays the same — only the source system changes.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620458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YOUR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Four-Week Project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00519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514017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786426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3425309"/>
            <a:ext cx="549492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 &amp; Pipeline Design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057400" y="3984427"/>
            <a:ext cx="54949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the pipeline, build a data dictionary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827514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099923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4738807"/>
            <a:ext cx="5772448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 Load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057400" y="5297924"/>
            <a:ext cx="57724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a sample and land it in a cloud repository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7141012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413421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6052304"/>
            <a:ext cx="5023438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&amp; Validate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2057400" y="6611421"/>
            <a:ext cx="50234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the data and build quality checks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8454509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726918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7365802"/>
            <a:ext cx="6682549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Insight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2057400" y="7924919"/>
            <a:ext cx="66825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dashboard, and present what the data shows</a:t>
            </a:r>
            <a:endParaRPr lang="en-US" sz="2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620458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YOUR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National Competency Framework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948"/>
            <a:ext cx="13637895" cy="4146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NHS England commissioned the National Competency Framework for Data in Health and Care to standardise data careers across the service.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covers three job families — Data Analysis, Data Engineering, and Data Science — and maps onto the UK Government's DDaT framework.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use it for job descriptions, recruitment, performance appraisals, and benchmarking one role against another.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describes what someone at a level should be capable of — not necessarily what they're paid, or currently doing.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620458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YOUR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Engineering Career Ladder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00519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514017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786426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3425309"/>
            <a:ext cx="622101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Practitioner — Data Engineer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057400" y="3984427"/>
            <a:ext cx="62210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Band 4/5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827514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099923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4738807"/>
            <a:ext cx="5681293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— Senior Data Engineer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057400" y="5297924"/>
            <a:ext cx="568129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Band 5/6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7141012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413421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6052304"/>
            <a:ext cx="8794420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Practitioner — Principal Engineer / Data Architect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2057400" y="6611421"/>
            <a:ext cx="87944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Band 7/8a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8454509"/>
            <a:ext cx="13335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726918"/>
            <a:ext cx="533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7365802"/>
            <a:ext cx="8033362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4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Practitioner — Head of Data Engineering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2057400" y="7924919"/>
            <a:ext cx="80333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Band 8b/8c</a:t>
            </a:r>
            <a:endParaRPr lang="en-US" sz="2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620458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YOUR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Competencies You're Assessed 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2069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Skills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translating technical work for non-technical stakeholders.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38927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&amp; Analytics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turning pipeline output into business intelligence.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5785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Modelling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designing the structures data is stored and queried in.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52643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building and testing the pipelines that bring data in.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59501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Management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keeping a record of what the data means and where it came from.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43000" y="66359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designing, coding, testing and documenting the pipeline itself.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43000" y="7321748"/>
            <a:ext cx="14668500" cy="26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Understanding &amp; Innovation </a:t>
            </a:r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tracking new tools and applying them.</a:t>
            </a:r>
            <a:endParaRPr lang="en-US" sz="25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620458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YOUR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49398"/>
            <a:ext cx="17640968" cy="47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6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Be Able to Answer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948"/>
            <a:ext cx="13637895" cy="231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data engineer do, and how is that different from a data analyst?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the ETL pipeline for any domain.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data lineage matter?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first task in the NHS project?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95"/>
            <a:ext cx="4620458" cy="156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2026-08-06T18:20:11Z</dcterms:created>
  <dcterms:modified xsi:type="dcterms:W3CDTF">2026-08-06T18:20:11Z</dcterms:modified>
</cp:coreProperties>
</file>